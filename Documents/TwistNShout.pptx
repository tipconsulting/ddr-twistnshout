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1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2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E8DC-4FD2-4515-A613-DF13B1167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B978E-D660-4B20-A35B-C9288E2A38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B1DE7-53F9-4B1B-A86A-C6294E0FE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25BB9-866B-46E4-B54D-E050D60E402B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408B9-8582-40DA-B705-E98A6BEBD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C4372-ADD9-4E9C-88AA-95458E02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8BB9F-FE14-48B0-87C0-65C3B9C2B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9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D52DC-C8A8-4764-9B47-E9CB9F9B3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AFF60-8204-4FCE-96EB-A0F97A4C8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68B36-D3E7-48AB-850A-4197D831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25BB9-866B-46E4-B54D-E050D60E402B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B412E-F105-486D-AA6B-D21FD075B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3A11-0F20-476F-A839-39DC2BA72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8BB9F-FE14-48B0-87C0-65C3B9C2B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26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23613-72DF-4CD9-9DA7-F58D6A84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9A4FD-84E7-4509-9298-20923189D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E535D-E4AE-46CA-8403-0E5687378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25BB9-866B-46E4-B54D-E050D60E402B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C9105-FD46-4323-B4F6-BAD31D29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1FE36-81A4-4E7B-B360-AB31A8A97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8BB9F-FE14-48B0-87C0-65C3B9C2B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18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80BF-47B6-4374-914C-AEBA63648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1CED7-6D26-4203-934D-350D3B896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385A3-F518-4ED8-AA56-9F3CC4ED4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C0553-50A1-4718-9BB7-D92FB107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25BB9-866B-46E4-B54D-E050D60E402B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30115-7750-44C4-82EF-9991A39C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47F03-8163-4EBB-B18C-7039D8DE3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8BB9F-FE14-48B0-87C0-65C3B9C2B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60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30536-22E5-4DC3-AB45-A9CEBDECE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A65FB-0698-4D22-83C2-0CAAA9898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70DF5-2F0D-4BA5-9629-20F74E0E9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57760-BA9E-4B41-8EAF-50E59266A1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87A8D-F072-4DEF-AA47-0F730C6C64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247165-2405-401C-AF15-6499A0FF9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25BB9-866B-46E4-B54D-E050D60E402B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DD290C-5FFA-4297-925A-E3A4E655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FBF1B0-6DCD-4C70-83E2-B5CE98C7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8BB9F-FE14-48B0-87C0-65C3B9C2B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32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C906-A283-4335-AF1F-0CA2A304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599F0-2236-45A8-9418-A2B77ABD5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25BB9-866B-46E4-B54D-E050D60E402B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D0748E-05CE-40C7-9FA2-3D0795409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6363B-86D8-403B-9052-E6B7E58D8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8BB9F-FE14-48B0-87C0-65C3B9C2B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87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2EAE0-92BD-493C-94EB-BB63F9F86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25BB9-866B-46E4-B54D-E050D60E402B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9A29A5-F707-4889-9569-2997F18B3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33E5D-2DC1-40AB-B090-C37BF78E1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8BB9F-FE14-48B0-87C0-65C3B9C2B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6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3287-6146-4183-87FD-02C323985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EC511-3C1F-4B75-90A2-33FECD1F7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C88F6-4CEE-4E86-A672-921FB8B31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FF1F7-17E9-4FB7-A95B-BBAFF3238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25BB9-866B-46E4-B54D-E050D60E402B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F0A25-48A5-4E76-BFE4-97935030E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18C28-51D4-4025-A1EE-7347A87C0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8BB9F-FE14-48B0-87C0-65C3B9C2B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39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DE5FB-7C48-4848-9542-F3C038F73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56B9FE-7A47-486E-8659-0AB52047D3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60F08-9596-48C4-A004-97701573F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5F058-0D91-47A2-938B-8791B7E92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25BB9-866B-46E4-B54D-E050D60E402B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8FABB-8A1D-4C05-9AB3-2F4F37A97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26221-E2A2-43FA-B661-17FA2C2E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8BB9F-FE14-48B0-87C0-65C3B9C2B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5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7C74C-20EB-43D2-9FCF-15578E8F4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2957A-3F6B-4E7E-B5FC-A9D79599C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3CEB1-751C-4E0F-A964-D232306D2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25BB9-866B-46E4-B54D-E050D60E402B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0978F-3145-4E4D-8796-2685BB03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0C92F-0055-4F16-9E68-A81A5BA8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8BB9F-FE14-48B0-87C0-65C3B9C2B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36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21C08E-419C-4689-BF55-091AEBDCA2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8A29F-727D-4FAB-9CB6-DF39E3E50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3B2B3-7E22-4CCB-9023-8EC3B1D84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25BB9-866B-46E4-B54D-E050D60E402B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5772C-D414-4991-BB2A-3D8E97F3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43E44-0342-4B9F-9E35-BA8DC8A8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8BB9F-FE14-48B0-87C0-65C3B9C2B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3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93B000-F2C5-4CD9-AA39-49B21494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8429A-DC73-49EB-B6AB-34877FD59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3547B-5BBF-4E60-9EB8-E597C58FB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25BB9-866B-46E4-B54D-E050D60E402B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51745-0A16-49C5-9323-35114CE97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1B31A-2878-4586-ADF8-C8A1F768C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8BB9F-FE14-48B0-87C0-65C3B9C2B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05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0F8B4FD-234A-4E3F-A51B-DF89BE0AF5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69000">
                <a:schemeClr val="bg1">
                  <a:lumMod val="65000"/>
                </a:schemeClr>
              </a:gs>
              <a:gs pos="97000">
                <a:schemeClr val="bg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F15A79-1685-403F-A4E2-A2AA92662042}"/>
              </a:ext>
            </a:extLst>
          </p:cNvPr>
          <p:cNvSpPr/>
          <p:nvPr/>
        </p:nvSpPr>
        <p:spPr>
          <a:xfrm>
            <a:off x="549729" y="3726361"/>
            <a:ext cx="2714171" cy="2510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D778BC4E-7F25-4321-99AF-4A0436BFA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653087"/>
              </p:ext>
            </p:extLst>
          </p:nvPr>
        </p:nvGraphicFramePr>
        <p:xfrm>
          <a:off x="549729" y="3726360"/>
          <a:ext cx="2714172" cy="2510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724">
                  <a:extLst>
                    <a:ext uri="{9D8B030D-6E8A-4147-A177-3AD203B41FA5}">
                      <a16:colId xmlns:a16="http://schemas.microsoft.com/office/drawing/2014/main" val="1250625943"/>
                    </a:ext>
                  </a:extLst>
                </a:gridCol>
                <a:gridCol w="904724">
                  <a:extLst>
                    <a:ext uri="{9D8B030D-6E8A-4147-A177-3AD203B41FA5}">
                      <a16:colId xmlns:a16="http://schemas.microsoft.com/office/drawing/2014/main" val="654291184"/>
                    </a:ext>
                  </a:extLst>
                </a:gridCol>
                <a:gridCol w="904724">
                  <a:extLst>
                    <a:ext uri="{9D8B030D-6E8A-4147-A177-3AD203B41FA5}">
                      <a16:colId xmlns:a16="http://schemas.microsoft.com/office/drawing/2014/main" val="2787181110"/>
                    </a:ext>
                  </a:extLst>
                </a:gridCol>
              </a:tblGrid>
              <a:tr h="8369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39582"/>
                  </a:ext>
                </a:extLst>
              </a:tr>
              <a:tr h="83699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520281"/>
                  </a:ext>
                </a:extLst>
              </a:tr>
              <a:tr h="83699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390768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2DAF4A12-A08A-4341-82A1-5F07183140D5}"/>
              </a:ext>
            </a:extLst>
          </p:cNvPr>
          <p:cNvSpPr/>
          <p:nvPr/>
        </p:nvSpPr>
        <p:spPr>
          <a:xfrm>
            <a:off x="2560320" y="4736100"/>
            <a:ext cx="537210" cy="491490"/>
          </a:xfrm>
          <a:prstGeom prst="rightArrow">
            <a:avLst>
              <a:gd name="adj1" fmla="val 40697"/>
              <a:gd name="adj2" fmla="val 5697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E69F3E5-F554-4656-9D49-EFE0DE609670}"/>
              </a:ext>
            </a:extLst>
          </p:cNvPr>
          <p:cNvSpPr/>
          <p:nvPr/>
        </p:nvSpPr>
        <p:spPr>
          <a:xfrm rot="16200000">
            <a:off x="1638209" y="3859800"/>
            <a:ext cx="537210" cy="491490"/>
          </a:xfrm>
          <a:prstGeom prst="rightArrow">
            <a:avLst>
              <a:gd name="adj1" fmla="val 40697"/>
              <a:gd name="adj2" fmla="val 5697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4D99785-6EE6-41D3-99D3-50289D4C202E}"/>
              </a:ext>
            </a:extLst>
          </p:cNvPr>
          <p:cNvSpPr/>
          <p:nvPr/>
        </p:nvSpPr>
        <p:spPr>
          <a:xfrm rot="10800000">
            <a:off x="749210" y="4720590"/>
            <a:ext cx="537210" cy="491490"/>
          </a:xfrm>
          <a:prstGeom prst="rightArrow">
            <a:avLst>
              <a:gd name="adj1" fmla="val 40697"/>
              <a:gd name="adj2" fmla="val 5697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6CFE93E-0774-46F3-BDD7-E4BB88984C25}"/>
              </a:ext>
            </a:extLst>
          </p:cNvPr>
          <p:cNvSpPr/>
          <p:nvPr/>
        </p:nvSpPr>
        <p:spPr>
          <a:xfrm rot="5400000">
            <a:off x="1638209" y="5570220"/>
            <a:ext cx="537210" cy="491490"/>
          </a:xfrm>
          <a:prstGeom prst="rightArrow">
            <a:avLst>
              <a:gd name="adj1" fmla="val 40697"/>
              <a:gd name="adj2" fmla="val 5697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4FD0B63-478F-42C1-90CC-9D1EAF385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13974" y="3960019"/>
            <a:ext cx="2277311" cy="2277311"/>
          </a:xfrm>
          <a:prstGeom prst="rect">
            <a:avLst/>
          </a:prstGeom>
        </p:spPr>
      </p:pic>
      <p:pic>
        <p:nvPicPr>
          <p:cNvPr id="19" name="Picture 18" descr="Icon&#10;&#10;Description automatically generated with low confidence">
            <a:extLst>
              <a:ext uri="{FF2B5EF4-FFF2-40B4-BE49-F238E27FC236}">
                <a16:creationId xmlns:a16="http://schemas.microsoft.com/office/drawing/2014/main" id="{7C6995FF-8A24-4523-B714-8BAAECCCAC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615" y="4374150"/>
            <a:ext cx="2436631" cy="2129922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306E8-2F54-4820-81B1-957E2B3AB833}"/>
              </a:ext>
            </a:extLst>
          </p:cNvPr>
          <p:cNvSpPr/>
          <p:nvPr/>
        </p:nvSpPr>
        <p:spPr>
          <a:xfrm>
            <a:off x="4926330" y="662940"/>
            <a:ext cx="1417320" cy="9944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Computer with solid fill">
            <a:extLst>
              <a:ext uri="{FF2B5EF4-FFF2-40B4-BE49-F238E27FC236}">
                <a16:creationId xmlns:a16="http://schemas.microsoft.com/office/drawing/2014/main" id="{235C9182-83C9-4CE6-A136-33365CC047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3110" y="0"/>
            <a:ext cx="2685779" cy="268577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CBD3A8C-8C15-4BC3-9B84-7A7652E08515}"/>
              </a:ext>
            </a:extLst>
          </p:cNvPr>
          <p:cNvSpPr txBox="1"/>
          <p:nvPr/>
        </p:nvSpPr>
        <p:spPr>
          <a:xfrm>
            <a:off x="5183505" y="744646"/>
            <a:ext cx="9029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GUI Host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74B8B3BC-D5F7-42A0-9B26-289D504BF390}"/>
              </a:ext>
            </a:extLst>
          </p:cNvPr>
          <p:cNvSpPr txBox="1"/>
          <p:nvPr/>
        </p:nvSpPr>
        <p:spPr>
          <a:xfrm>
            <a:off x="549728" y="3028950"/>
            <a:ext cx="2714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Gamepad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A283D6-2C26-476D-923A-3A0DC2921592}"/>
              </a:ext>
            </a:extLst>
          </p:cNvPr>
          <p:cNvSpPr txBox="1"/>
          <p:nvPr/>
        </p:nvSpPr>
        <p:spPr>
          <a:xfrm>
            <a:off x="8928100" y="3028950"/>
            <a:ext cx="2714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Wearable</a:t>
            </a:r>
          </a:p>
        </p:txBody>
      </p: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D8F24C4B-ADCA-4B6C-8A5B-EFB4E179564F}"/>
              </a:ext>
            </a:extLst>
          </p:cNvPr>
          <p:cNvCxnSpPr>
            <a:cxnSpLocks/>
          </p:cNvCxnSpPr>
          <p:nvPr/>
        </p:nvCxnSpPr>
        <p:spPr>
          <a:xfrm flipV="1">
            <a:off x="4583248" y="2244548"/>
            <a:ext cx="397260" cy="45672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TextBox 1028">
            <a:extLst>
              <a:ext uri="{FF2B5EF4-FFF2-40B4-BE49-F238E27FC236}">
                <a16:creationId xmlns:a16="http://schemas.microsoft.com/office/drawing/2014/main" id="{64D519E2-3817-4BB1-A5B5-04647D8351F7}"/>
              </a:ext>
            </a:extLst>
          </p:cNvPr>
          <p:cNvSpPr txBox="1"/>
          <p:nvPr/>
        </p:nvSpPr>
        <p:spPr>
          <a:xfrm>
            <a:off x="3485968" y="2767485"/>
            <a:ext cx="192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Serial Connection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C360CA4-BEDC-4AD0-9D9D-1ED3F356E747}"/>
              </a:ext>
            </a:extLst>
          </p:cNvPr>
          <p:cNvCxnSpPr>
            <a:cxnSpLocks/>
          </p:cNvCxnSpPr>
          <p:nvPr/>
        </p:nvCxnSpPr>
        <p:spPr>
          <a:xfrm flipH="1">
            <a:off x="3623128" y="3180031"/>
            <a:ext cx="459424" cy="4979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214C7F5-324C-4726-A0DF-3248BF146BE3}"/>
              </a:ext>
            </a:extLst>
          </p:cNvPr>
          <p:cNvCxnSpPr>
            <a:cxnSpLocks/>
          </p:cNvCxnSpPr>
          <p:nvPr/>
        </p:nvCxnSpPr>
        <p:spPr>
          <a:xfrm flipH="1" flipV="1">
            <a:off x="7204335" y="2280932"/>
            <a:ext cx="305457" cy="48655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FC5CD90-5375-4915-B435-EBCCE420699D}"/>
              </a:ext>
            </a:extLst>
          </p:cNvPr>
          <p:cNvSpPr txBox="1"/>
          <p:nvPr/>
        </p:nvSpPr>
        <p:spPr>
          <a:xfrm>
            <a:off x="6588510" y="2767485"/>
            <a:ext cx="207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ArdNet</a:t>
            </a:r>
            <a:r>
              <a:rPr lang="en-US" dirty="0"/>
              <a:t> Connection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3A1A2EC-5324-4712-9D0E-2E6538EBD6EE}"/>
              </a:ext>
            </a:extLst>
          </p:cNvPr>
          <p:cNvCxnSpPr>
            <a:cxnSpLocks/>
          </p:cNvCxnSpPr>
          <p:nvPr/>
        </p:nvCxnSpPr>
        <p:spPr>
          <a:xfrm>
            <a:off x="7884320" y="3205363"/>
            <a:ext cx="494052" cy="7511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451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Austin Albert</dc:creator>
  <cp:lastModifiedBy>Austin Albert</cp:lastModifiedBy>
  <cp:revision>4</cp:revision>
  <dcterms:created xsi:type="dcterms:W3CDTF">2021-03-15T01:35:08Z</dcterms:created>
  <dcterms:modified xsi:type="dcterms:W3CDTF">2021-03-15T02:05:41Z</dcterms:modified>
</cp:coreProperties>
</file>